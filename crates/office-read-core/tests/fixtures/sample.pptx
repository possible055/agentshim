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3CC367-B5EC-4389-AC44-CBCDDEFFE87A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430C15-8541-418F-AF87-CF49065A3B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0374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Speaker notes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430C15-8541-418F-AF87-CF49065A3B7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8609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94F8EA-CDD1-1766-2404-273B6BB3E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A7B89B5-0FEE-5287-1AC4-D0983E1A8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8FF4E8-DBAB-18B4-32E0-766B29F96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98575-8A30-453A-A37A-7399A2E46AEF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2B009F-140F-0199-8750-A98F5A716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2B214BC-3D76-325D-EAD3-251521480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2C99C-CDFB-4898-93AC-69456D7AE0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6855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14F157-5743-524D-EF0B-37AA804D7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B0AE54-71C0-F8CF-8157-349D3F51B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AC8869A-6A62-8635-1A5B-08CDA7EBD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98575-8A30-453A-A37A-7399A2E46AEF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7E62CF-7F96-6554-7AEE-3507409D5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6600DE4-2D90-FA93-0591-28D32BAD2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2C99C-CDFB-4898-93AC-69456D7AE0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593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2427FC-3178-BD23-E44F-14150B201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546B8A2-6831-E15C-EDE2-7379AEA66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E80937-FBB1-6E57-A106-0D99D7C80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98575-8A30-453A-A37A-7399A2E46AEF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04023C-BBDC-2CF6-10EC-04934B4B2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ADC6A3-3D23-8885-9E2D-5E6C3A2E4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2C99C-CDFB-4898-93AC-69456D7AE0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142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D9FE43-1608-7546-5EAC-E84EAD0AF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CBB0FF-D2DA-B610-B910-2F9E15559B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02BA03D-D717-2968-7249-1ACFC6726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29B4E95-9CCA-0690-A3AB-04438EFC9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98575-8A30-453A-A37A-7399A2E46AEF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EED5088-5851-7F6C-075E-0EAC4DD36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E1726EA-6F6A-C6A5-745D-BCB3D3645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2C99C-CDFB-4898-93AC-69456D7AE0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1113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28BD0C-DB71-891F-613D-108012411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EB9C5B6-55C5-EC78-7A5A-F71DB7FF9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90C60C7-1E07-18A1-1D02-B729667FB6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ACCE102-EB7F-A641-0E3F-4D67E2D0C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F3D5699-EF3A-AC12-816C-CD538DE97A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8DF5CE1-914F-4E31-97FA-C2EF75012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98575-8A30-453A-A37A-7399A2E46AEF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1920B36-75A9-8126-6FBA-5FF1541D2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7132CC2-54DD-501B-B25F-626E59BE4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2C99C-CDFB-4898-93AC-69456D7AE0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7408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02776F-987A-BC0D-C67A-269339C15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73B70FD-47D7-3CCD-8559-F775161DF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98575-8A30-453A-A37A-7399A2E46AEF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8412071-F220-027B-D177-0AB88D0AA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7B9DEB1-7B7D-3F3C-CC3D-79ACDD4EF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2C99C-CDFB-4898-93AC-69456D7AE0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5150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E3B6CA0-3571-8473-83A0-C2941EB38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98575-8A30-453A-A37A-7399A2E46AEF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1880A26-330B-DFE2-E063-B809DE023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09B91A-B9D1-4BB4-7022-A5DCF4314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2C99C-CDFB-4898-93AC-69456D7AE0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8835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C4C139-DEEE-5351-BEA3-B25CEB1E0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3C825D1-7CEC-85B5-81EB-6DD3F915F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CDB1AC8-249A-5272-125D-D9E03648FC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ECF702E-9FD4-7849-55D2-50EC13841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98575-8A30-453A-A37A-7399A2E46AEF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26AF55F-B292-E1D6-E3FB-64EA2C4B6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2F2FE20-456F-3D08-5B5A-C886DF4B4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2C99C-CDFB-4898-93AC-69456D7AE0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8984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6EDFAB-10BA-7909-F952-E55669CFD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EAB13CD-7C03-DFD6-FFBE-6DDF62F821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51011A0-F944-0ABF-6589-8BA540904B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B1E412D-9B9B-A02A-801B-391F25E7E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98575-8A30-453A-A37A-7399A2E46AEF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B2A8E5C-9508-E107-5A43-581A856E8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C3F5C1E-ECD5-CE9F-5606-DCE24336D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2C99C-CDFB-4898-93AC-69456D7AE0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4561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6799AB-2FFF-3470-4ADD-22FCF2FFF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B7CAA75-64F5-0347-E344-E1FA4BE11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2869DC-334B-4F90-58A5-5D276CC82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98575-8A30-453A-A37A-7399A2E46AEF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6BD093-236D-E351-8552-EB2ED7585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E0837B7-8CA4-A4BA-CF7B-21EEC0DAC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2C99C-CDFB-4898-93AC-69456D7AE0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5844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884F190-D50A-B81D-07FE-068A8B8433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99BB544-3D38-9763-35F9-2C0883059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9022E71-075A-D4A6-2389-252E84B98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98575-8A30-453A-A37A-7399A2E46AEF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311B7B-5837-7FBB-A8E0-DE1471318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69BDAC5-9BED-7815-EDFD-51FFCF579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2C99C-CDFB-4898-93AC-69456D7AE0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4067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6E5EB5-AC9C-0344-4EFF-758B1C53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6FF139F-2ACF-8112-6942-289937F843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96260F2-4805-5FBC-4367-12647FF8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98575-8A30-453A-A37A-7399A2E46AEF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078161A-9AC2-6328-3E5E-AD08B068C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D975974-61E3-7E8D-6C41-5DDB5C4D8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2C99C-CDFB-4898-93AC-69456D7AE0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1189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D4149F5-5655-42AB-FA0D-1BE940E53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DCE7E73-1211-EFC9-F00B-D28EF2997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D693E6-F915-3D47-B0E0-D7BAA8EFB0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998575-8A30-453A-A37A-7399A2E46AEF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B7B269-2287-6A3C-E550-51C286819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9F1D0B0-EDE7-221F-EF5C-7AE285E82E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02C99C-CDFB-4898-93AC-69456D7AE0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2436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8A2698-8784-B492-0579-3855BD9FC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Office read fixture</a:t>
            </a:r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F3AC6D4-A812-4096-3C71-5449F0F69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Slide body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292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寬螢幕</PresentationFormat>
  <Paragraphs>4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Office read fixture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STEIN HOLDEN</dc:creator>
  <cp:lastModifiedBy>STEIN HOLDEN</cp:lastModifiedBy>
  <cp:revision>1</cp:revision>
  <dcterms:created xsi:type="dcterms:W3CDTF">2026-08-25T20:25:02Z</dcterms:created>
  <dcterms:modified xsi:type="dcterms:W3CDTF">2026-08-25T20:25:02Z</dcterms:modified>
</cp:coreProperties>
</file>